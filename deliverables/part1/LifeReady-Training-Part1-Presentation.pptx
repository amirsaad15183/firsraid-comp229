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c9d96c63ed4c8a" /><Relationship Type="http://schemas.openxmlformats.org/officeDocument/2006/relationships/extended-properties" Target="/docProps/app.xml" Id="R02f7ba6b93e94ee2" /><Relationship Type="http://schemas.openxmlformats.org/officeDocument/2006/relationships/officeDocument" Target="/ppt/presentation.xml" Id="Rec38566f93664f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c949860feb4456"/>
  </p:sldMasterIdLst>
  <p:notesMasterIdLst>
    <p:notesMasterId xmlns:r="http://schemas.openxmlformats.org/officeDocument/2006/relationships" r:id="R9e92e77aec6d42a7"/>
  </p:notesMasterIdLst>
  <p:sldIdLst>
    <p:sldId xmlns:r="http://schemas.openxmlformats.org/officeDocument/2006/relationships" id="256" r:id="R8028994588934b7d"/>
    <p:sldId xmlns:r="http://schemas.openxmlformats.org/officeDocument/2006/relationships" id="257" r:id="R8d7e404744d04c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6cae426a664ad3" /><Relationship Type="http://schemas.openxmlformats.org/officeDocument/2006/relationships/slideMaster" Target="/ppt/slideMasters/slideMaster1.xml" Id="Rc0c949860feb4456" /><Relationship Type="http://schemas.openxmlformats.org/officeDocument/2006/relationships/notesMaster" Target="/ppt/notesMasters/notesMaster1.xml" Id="R9e92e77aec6d42a7" /><Relationship Type="http://schemas.openxmlformats.org/officeDocument/2006/relationships/presProps" Target="/ppt/presProps.xml" Id="R08cbf1cea4004969" /><Relationship Type="http://schemas.openxmlformats.org/officeDocument/2006/relationships/tableStyles" Target="/ppt/tableStyles.xml" Id="R6933b3076e204dff" /><Relationship Type="http://schemas.openxmlformats.org/officeDocument/2006/relationships/slide" Target="/ppt/slides/slide1.xml" Id="R8028994588934b7d" /><Relationship Type="http://schemas.openxmlformats.org/officeDocument/2006/relationships/slide" Target="/ppt/slides/slide2.xml" Id="R8d7e404744d04c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dc9f4ee2804c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dc0d148f934e39" /><Relationship Type="http://schemas.openxmlformats.org/officeDocument/2006/relationships/notesMaster" Target="/ppt/notesMasters/notesMaster1.xml" Id="R8570d729ed6949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caee28587e43b3" /><Relationship Type="http://schemas.openxmlformats.org/officeDocument/2006/relationships/notesMaster" Target="/ppt/notesMasters/notesMaster1.xml" Id="R042655e342734d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Logo: created with OpenAI image generation for this project; original asset stored in assets/branding/lifeready-training-logo.png.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Photograph: supplied by Amir Saad for this presentation; stored in assets/presenter/amir-saad-photo.jpg.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5b7dc1e8a340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2920c785e544b1" /><Relationship Type="http://schemas.openxmlformats.org/officeDocument/2006/relationships/slideLayout" Target="/ppt/slideLayouts/slideLayout1.xml" Id="R12750704071441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750704071441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1e3b0b35a46df" /><Relationship Type="http://schemas.openxmlformats.org/officeDocument/2006/relationships/image" Target="/ppt/media/image.png" Id="Rbf238d28ce6f4190" /><Relationship Type="http://schemas.openxmlformats.org/officeDocument/2006/relationships/notesSlide" Target="/ppt/notesSlides/notesSlide1.xml" Id="R0e53ea96a70746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ed358a93e4dc3" /><Relationship Type="http://schemas.openxmlformats.org/officeDocument/2006/relationships/image" Target="/ppt/media/image.jpeg" Id="R6393548c992f454e" /><Relationship Type="http://schemas.openxmlformats.org/officeDocument/2006/relationships/notesSlide" Target="/ppt/notesSlides/notesSlide2.xml" Id="R5452b7666ae046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bar">
            <a:extLst xmlns:a="http://schemas.openxmlformats.org/drawingml/2006/main">
              <a:ext uri="{FF2B5EF4-FFF2-40B4-BE49-F238E27FC236}">
                <a16:creationId xmlns:a16="http://schemas.microsoft.com/office/drawing/2014/main" id="{47F9A860-4369-4132-823D-BD351511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BC5BAF78-53D3-4BF3-A47A-77FEA633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547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E87"/>
                </a:solidFill>
              </a:defRPr>
            </a:pPr>
            <a:r>
              <a:rPr sz="1350" b="1">
                <a:solidFill>
                  <a:srgbClr val="047E87"/>
                </a:solidFill>
              </a:rPr>
              <a:t>COMP229 — WEB APPLICATION DEVELOPMENT</a:t>
            </a:r>
          </a:p>
        </p:txBody>
      </p:sp>
      <p:sp>
        <p:nvSpPr>
          <p:cNvPr id="3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62E9FD89-769C-4663-9AD2-88C0A866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906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A43"/>
                </a:solidFill>
              </a:defRPr>
            </a:pPr>
            <a:r>
              <a:rPr sz="4050" b="1">
                <a:solidFill>
                  <a:srgbClr val="102A43"/>
                </a:solidFill>
              </a:rPr>
              <a:t>LifeReady Training</a:t>
            </a:r>
          </a:p>
        </p:txBody>
      </p:sp>
      <p:sp>
        <p:nvSpPr>
          <p:cNvPr id="4" name="release-title">
            <a:extLst xmlns:a="http://schemas.openxmlformats.org/drawingml/2006/main">
              <a:ext uri="{FF2B5EF4-FFF2-40B4-BE49-F238E27FC236}">
                <a16:creationId xmlns:a16="http://schemas.microsoft.com/office/drawing/2014/main" id="{4353D921-B831-4B4D-9344-1BAF5BC2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06D"/>
                </a:solidFill>
              </a:defRPr>
            </a:pPr>
            <a:r>
              <a:rPr sz="2100" b="0">
                <a:solidFill>
                  <a:srgbClr val="52606D"/>
                </a:solidFill>
              </a:rPr>
              <a:t>Project Part 1 — Database, Backend &amp; API Testing</a:t>
            </a:r>
          </a:p>
        </p:txBody>
      </p:sp>
      <p:sp>
        <p:nvSpPr>
          <p:cNvPr id="5" name="project-description">
            <a:extLst xmlns:a="http://schemas.openxmlformats.org/drawingml/2006/main">
              <a:ext uri="{FF2B5EF4-FFF2-40B4-BE49-F238E27FC236}">
                <a16:creationId xmlns:a16="http://schemas.microsoft.com/office/drawing/2014/main" id="{C78694F2-33D9-473D-9EE8-A51FF22B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An original MERN application for managing First Aid, CPR/AED, and BLS training classes.</a:t>
            </a:r>
          </a:p>
        </p:txBody>
      </p:sp>
      <p:sp>
        <p:nvSpPr>
          <p:cNvPr id="6" name="presenter-details">
            <a:extLst xmlns:a="http://schemas.openxmlformats.org/drawingml/2006/main">
              <a:ext uri="{FF2B5EF4-FFF2-40B4-BE49-F238E27FC236}">
                <a16:creationId xmlns:a16="http://schemas.microsoft.com/office/drawing/2014/main" id="{00E5D229-E106-4D27-8178-BCA7B1B9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Presented by: Amir Saad</a:t>
            </a:r>
          </a:p>
          <a:p xmlns:a="http://schemas.openxmlformats.org/drawingml/2006/main">
            <a:pPr algn="l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Student ID: 301473849</a:t>
            </a:r>
          </a:p>
          <a:p xmlns:a="http://schemas.openxmlformats.org/drawingml/2006/main">
            <a:pPr algn="l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Role: Full-Stack Developer (Independent Project)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38d28ce6f4190"/>
          <a:stretch xmlns:a="http://schemas.openxmlformats.org/drawingml/2006/main"/>
        </p:blipFill>
        <p:spPr>
          <a:xfrm xmlns:a="http://schemas.openxmlformats.org/drawingml/2006/main">
            <a:off x="7239000" y="781050"/>
            <a:ext cx="3810000" cy="3810000"/>
          </a:xfrm>
          <a:prstGeom xmlns:a="http://schemas.openxmlformats.org/drawingml/2006/main" prst="rect">
            <a:avLst/>
          </a:prstGeom>
        </p:spPr>
      </p:pic>
      <p:sp>
        <p:nvSpPr>
          <p:cNvPr id="8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C48371CE-7C1C-4428-A512-E3C388AB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53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Working project name and original logo — branding will be finalized later.</a:t>
            </a:r>
          </a:p>
        </p:txBody>
      </p:sp>
    </p:spTree>
    <p:extLst>
      <p:ext uri="{BB962C8B-B14F-4D97-AF65-F5344CB8AC3E}">
        <p14:creationId xmlns:p14="http://schemas.microsoft.com/office/powerpoint/2010/main" val="19027088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0FB26A69-91E1-476E-BAD8-0A32A2C2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ofile-heading">
            <a:extLst xmlns:a="http://schemas.openxmlformats.org/drawingml/2006/main">
              <a:ext uri="{FF2B5EF4-FFF2-40B4-BE49-F238E27FC236}">
                <a16:creationId xmlns:a16="http://schemas.microsoft.com/office/drawing/2014/main" id="{F1F91662-7A96-4DA4-B9FC-209FC5C7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Developer Profile</a:t>
            </a:r>
          </a:p>
        </p:txBody>
      </p:sp>
      <p:sp>
        <p:nvSpPr>
          <p:cNvPr id="3" name="profile-intro">
            <a:extLst xmlns:a="http://schemas.openxmlformats.org/drawingml/2006/main">
              <a:ext uri="{FF2B5EF4-FFF2-40B4-BE49-F238E27FC236}">
                <a16:creationId xmlns:a16="http://schemas.microsoft.com/office/drawing/2014/main" id="{07B7285F-7CF1-4D9C-A648-EC0763B2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The project is being completed independently with professor approval.</a:t>
            </a:r>
          </a:p>
        </p:txBody>
      </p:sp>
      <p:sp>
        <p:nvSpPr>
          <p:cNvPr id="4" name="photo-frame">
            <a:extLst xmlns:a="http://schemas.openxmlformats.org/drawingml/2006/main">
              <a:ext uri="{FF2B5EF4-FFF2-40B4-BE49-F238E27FC236}">
                <a16:creationId xmlns:a16="http://schemas.microsoft.com/office/drawing/2014/main" id="{13A215C7-49CE-44CD-8CCB-EC4EA81C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81250"/>
            <a:ext cx="2571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047E87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3548c992f45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6850" y="2438400"/>
            <a:ext cx="2457450" cy="245745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6" name="full-name">
            <a:extLst xmlns:a="http://schemas.openxmlformats.org/drawingml/2006/main">
              <a:ext uri="{FF2B5EF4-FFF2-40B4-BE49-F238E27FC236}">
                <a16:creationId xmlns:a16="http://schemas.microsoft.com/office/drawing/2014/main" id="{7E6CA6FC-5D00-4763-BEFB-4EA2C0C7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05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Amir Saad</a:t>
            </a:r>
          </a:p>
        </p:txBody>
      </p:sp>
      <p:sp>
        <p:nvSpPr>
          <p:cNvPr id="7" name="role-rule">
            <a:extLst xmlns:a="http://schemas.openxmlformats.org/drawingml/2006/main">
              <a:ext uri="{FF2B5EF4-FFF2-40B4-BE49-F238E27FC236}">
                <a16:creationId xmlns:a16="http://schemas.microsoft.com/office/drawing/2014/main" id="{D619F3D5-BD0E-4996-837D-C42F50D8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48300"/>
            <a:ext cx="1352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le">
            <a:extLst xmlns:a="http://schemas.openxmlformats.org/drawingml/2006/main">
              <a:ext uri="{FF2B5EF4-FFF2-40B4-BE49-F238E27FC236}">
                <a16:creationId xmlns:a16="http://schemas.microsoft.com/office/drawing/2014/main" id="{97494EBF-B447-4756-BE6A-6ACAA44D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816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7E87"/>
                </a:solidFill>
              </a:defRPr>
            </a:pPr>
            <a:r>
              <a:rPr sz="1350" b="1">
                <a:solidFill>
                  <a:srgbClr val="047E87"/>
                </a:solidFill>
              </a:rPr>
              <a:t>Full-Stack Developer</a:t>
            </a:r>
          </a:p>
        </p:txBody>
      </p:sp>
      <p:sp>
        <p:nvSpPr>
          <p:cNvPr id="9" name="responsibilities">
            <a:extLst xmlns:a="http://schemas.openxmlformats.org/drawingml/2006/main">
              <a:ext uri="{FF2B5EF4-FFF2-40B4-BE49-F238E27FC236}">
                <a16:creationId xmlns:a16="http://schemas.microsoft.com/office/drawing/2014/main" id="{96BD20F0-4551-4EFC-8947-C5EC5C14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Part 1 Responsibilities</a:t>
            </a:r>
          </a:p>
          <a:p xmlns:a="http://schemas.openxmlformats.org/drawingml/2006/main">
            <a:pPr algn="l"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Data modelling and MongoDB collections</a:t>
            </a:r>
          </a:p>
          <a:p xmlns:a="http://schemas.openxmlformats.org/drawingml/2006/main">
            <a:pPr algn="l"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Express MVC API and authentication</a:t>
            </a:r>
          </a:p>
          <a:p xmlns:a="http://schemas.openxmlformats.org/drawingml/2006/main">
            <a:pPr algn="l"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CRUD testing and project documentation</a:t>
            </a:r>
          </a:p>
        </p:txBody>
      </p:sp>
      <p:sp>
        <p:nvSpPr>
          <p:cNvPr id="10" name="profile-footer">
            <a:extLst xmlns:a="http://schemas.openxmlformats.org/drawingml/2006/main">
              <a:ext uri="{FF2B5EF4-FFF2-40B4-BE49-F238E27FC236}">
                <a16:creationId xmlns:a16="http://schemas.microsoft.com/office/drawing/2014/main" id="{4BA01089-6426-4030-847C-4B2AA156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LifeReady Training - Project Part 1 presentation</a:t>
            </a:r>
          </a:p>
        </p:txBody>
      </p:sp>
    </p:spTree>
    <p:extLst>
      <p:ext uri="{BB962C8B-B14F-4D97-AF65-F5344CB8AC3E}">
        <p14:creationId xmlns:p14="http://schemas.microsoft.com/office/powerpoint/2010/main" val="263750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2026-08-08T20:17:52.3910000Z</dcterms:created>
  <dcterms:modified xsi:type="dcterms:W3CDTF">2026-08-08T20:17:52.3910000Z</dcterms:modified>
</coreProperties>
</file>